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301" r:id="rId9"/>
    <p:sldId id="288" r:id="rId10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79" d="100"/>
          <a:sy n="79" d="100"/>
        </p:scale>
        <p:origin x="121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2144-FCBE-6A8A-A0AE-4B9D57D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7E8D5-CF3D-FB31-A479-FE9B4678B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98ECD-779C-B147-FA65-387301E8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D029A2-BBAC-779C-5358-BB9C7A2A1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519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8B0B-1527-F1CE-B7C6-3A4EEEE4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26890C-BFDE-EB57-C86A-5199A0D96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EF1C62-7FB2-EC14-4109-CC2B3204C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8CFB6A-4B50-8F81-53B5-44C94D279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560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2.0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2.0 COUPLERS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https://github.com/cccanvas-upv/ipsp-lab2.git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Jupyter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COUPLERS_Student.ipynb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Directional coupler length and coupling coefficient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 µm – width 1.2 µm – gap 0.6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(distance needed for a complete energy transfer between waveguides, distance needed for splitting power in half.. 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3909688" y="2609722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L/</a:t>
            </a:r>
            <a:r>
              <a:rPr lang="en-US" dirty="0" err="1"/>
              <a:t>Lpi</a:t>
            </a:r>
            <a:r>
              <a:rPr lang="en-US" dirty="0"/>
              <a:t> vs K plot here</a:t>
            </a:r>
          </a:p>
        </p:txBody>
      </p: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380A8455-6386-C7D5-7BB6-B79D8D91F0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1626040"/>
            <a:ext cx="3383313" cy="98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Waveguide width 1.2 µm, Gap between waveguides 0.6 µm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(Coupling relationship,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losses, … 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plots and output text here</a:t>
            </a:r>
          </a:p>
        </p:txBody>
      </p:sp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7C0E-2677-BADF-D636-6F9B71E6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8D44BF-A3B5-6BED-C39C-FA8260E83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2x2 Multimode Interference Coupler </a:t>
            </a:r>
            <a:br>
              <a:rPr lang="en-US" sz="2500" dirty="0"/>
            </a:br>
            <a:r>
              <a:rPr lang="en-US" b="0" dirty="0"/>
              <a:t>Body width 6 µm and 12 µm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FCF1AD-6B06-F914-AC0B-80F0ED838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A656CCE-66E0-EAE0-5C63-DF1315DF62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AB6581-C493-80EB-A67F-5289454DAA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029729-ADF3-3B30-4FF9-83BE1DB82BD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(Coupling relationship,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 losses, comparison with Directional Coupler… 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DE5FDA-4E91-E843-E84A-1467BFAA998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DA14DBA-172E-DA2C-0573-6A00BF18F4A5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plots and output text here</a:t>
            </a:r>
          </a:p>
        </p:txBody>
      </p:sp>
    </p:spTree>
    <p:extLst>
      <p:ext uri="{BB962C8B-B14F-4D97-AF65-F5344CB8AC3E}">
        <p14:creationId xmlns:p14="http://schemas.microsoft.com/office/powerpoint/2010/main" val="281567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1363-C83E-82B6-7BDE-AD2801F8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E256546-3103-104D-A87F-78AEBE5D5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#6 – 1x4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?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FCA3D8-29F6-7091-7099-77888A9F8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2E75535-0FBC-4C5F-9AC5-7008914FC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AC2AFF-A7D9-EBCD-7C5A-6CDF61B6936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D73A2E-0E5A-8A39-6B70-F9E94D6DBB70}"/>
              </a:ext>
            </a:extLst>
          </p:cNvPr>
          <p:cNvSpPr txBox="1"/>
          <p:nvPr/>
        </p:nvSpPr>
        <p:spPr>
          <a:xfrm>
            <a:off x="609441" y="4819471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Repeat all the design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process for a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1x4 MMI Coupler. 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B86587-21D4-5A33-7D00-DDF170C919BA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3506757-32B7-9151-DA89-AADDB7F7D093}"/>
              </a:ext>
            </a:extLst>
          </p:cNvPr>
          <p:cNvSpPr txBox="1"/>
          <p:nvPr/>
        </p:nvSpPr>
        <p:spPr>
          <a:xfrm>
            <a:off x="2286000" y="2630415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plots and console results</a:t>
            </a:r>
          </a:p>
        </p:txBody>
      </p:sp>
    </p:spTree>
    <p:extLst>
      <p:ext uri="{BB962C8B-B14F-4D97-AF65-F5344CB8AC3E}">
        <p14:creationId xmlns:p14="http://schemas.microsoft.com/office/powerpoint/2010/main" val="69986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</TotalTime>
  <Words>523</Words>
  <Application>Microsoft Office PowerPoint</Application>
  <PresentationFormat>Panorámica</PresentationFormat>
  <Paragraphs>106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Directional coupler cross-section in GDSFactory </vt:lpstr>
      <vt:lpstr>Learning outcome #2 – Directional coupler length and coupling coefficient Wavelength 1.5 µm – width 1.2 µm – gap 0.6 µm</vt:lpstr>
      <vt:lpstr>Learning outcome #3 – 2x2 Directional Coupler Waveguide width 1.2 µm, Gap between waveguides 0.6 µm – Wavelength 1.55 µm </vt:lpstr>
      <vt:lpstr>Learning outcome #4 – Multimode Interference (MMI) Coupler cross-section</vt:lpstr>
      <vt:lpstr>Learning outcome #5 – 2x2 Multimode Interference Coupler  Body width 6 µm and 12 µm – Wavelength 1.55 µm </vt:lpstr>
      <vt:lpstr>Learning outcome #6 – 1x4 Multimode Interference Coupler  Wavelength 1.55 µm, wMMI = ?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Christian Camilo Cano Vasquez</cp:lastModifiedBy>
  <cp:revision>12</cp:revision>
  <dcterms:created xsi:type="dcterms:W3CDTF">2025-01-27T02:46:57Z</dcterms:created>
  <dcterms:modified xsi:type="dcterms:W3CDTF">2026-10-14T18:30:37Z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